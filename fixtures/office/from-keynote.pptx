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作者和日期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b="1" sz="3060"/>
            </a:lvl1pPr>
          </a:lstStyle>
          <a:p>
            <a:pPr/>
            <a:r>
              <a:t>作者和日期</a:t>
            </a:r>
          </a:p>
        </p:txBody>
      </p:sp>
      <p:sp>
        <p:nvSpPr>
          <p:cNvPr id="12" name="演示文稿标题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演示文稿标题</a:t>
            </a:r>
          </a:p>
        </p:txBody>
      </p:sp>
      <p:sp>
        <p:nvSpPr>
          <p:cNvPr id="13" name="正文级别 1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演示文稿副标题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鳄梨和酸橙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演示文稿标题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演示文稿标题</a:t>
            </a:r>
          </a:p>
        </p:txBody>
      </p:sp>
      <p:sp>
        <p:nvSpPr>
          <p:cNvPr id="23" name="作者和日期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b="1" sz="3060"/>
            </a:lvl1pPr>
          </a:lstStyle>
          <a:p>
            <a:pPr/>
            <a:r>
              <a:t>作者和日期</a:t>
            </a:r>
          </a:p>
        </p:txBody>
      </p:sp>
      <p:sp>
        <p:nvSpPr>
          <p:cNvPr id="24" name="正文级别 1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演示文稿副标题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照片（备选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一碗三文鱼饼、沙拉和鹰嘴豆泥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幻灯片标题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幻灯片标题</a:t>
            </a:r>
          </a:p>
        </p:txBody>
      </p:sp>
      <p:sp>
        <p:nvSpPr>
          <p:cNvPr id="34" name="正文级别 1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幻灯片副标题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幻灯片编号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幻灯片标题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43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44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61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一碗宽意大利面配有欧芹黄油、烤榛子和帕尔马干酪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幻灯片标题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6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实时视频（小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72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幻灯片标题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7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实时视频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82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幻灯片标题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8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节标题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节标题</a:t>
            </a:r>
          </a:p>
        </p:txBody>
      </p:sp>
      <p:sp>
        <p:nvSpPr>
          <p:cNvPr id="92" name="幻灯片编号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幻灯片标题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100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10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议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议程标题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议程标题</a:t>
            </a:r>
          </a:p>
        </p:txBody>
      </p:sp>
      <p:sp>
        <p:nvSpPr>
          <p:cNvPr id="109" name="议程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议程副标题</a:t>
            </a:r>
          </a:p>
        </p:txBody>
      </p:sp>
      <p:sp>
        <p:nvSpPr>
          <p:cNvPr id="110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议程主题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正文级别 1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说明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显著事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正文级别 1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事实信息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事实信息</a:t>
            </a:r>
          </a:p>
        </p:txBody>
      </p:sp>
      <p:sp>
        <p:nvSpPr>
          <p:cNvPr id="128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引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出处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b="1" sz="3060"/>
            </a:lvl1pPr>
          </a:lstStyle>
          <a:p>
            <a:pPr/>
            <a:r>
              <a:t>出处</a:t>
            </a:r>
          </a:p>
        </p:txBody>
      </p:sp>
      <p:sp>
        <p:nvSpPr>
          <p:cNvPr id="136" name="正文级别 1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“著名引文”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照片 - 3 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一碗沙拉配有炒饭、水煮蛋和一双筷子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一碗三文鱼饼、沙拉和鹰嘴豆泥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一碗宽意大利面配有欧芹黄油、烤榛子和帕尔马干酪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一碗沙拉配有炒饭、水煮蛋和一双筷子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标题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幻灯片标题</a:t>
            </a:r>
          </a:p>
        </p:txBody>
      </p:sp>
      <p:sp>
        <p:nvSpPr>
          <p:cNvPr id="3" name="正文级别 1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幻灯片编号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作者和日期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2" name="Loupe 演示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Loupe 演示</a:t>
            </a:r>
          </a:p>
        </p:txBody>
      </p:sp>
      <p:sp>
        <p:nvSpPr>
          <p:cNvPr id="173" name="第一页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第一页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第 2 页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145738">
              <a:defRPr spc="-149" sz="7480"/>
            </a:lvl1pPr>
          </a:lstStyle>
          <a:p>
            <a:pPr/>
            <a:r>
              <a:t>第 2 页</a:t>
            </a:r>
          </a:p>
        </p:txBody>
      </p:sp>
      <p:sp>
        <p:nvSpPr>
          <p:cNvPr id="176" name="幻灯片副标题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7" name="幻灯片项目符号文本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第 3 页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145738">
              <a:defRPr spc="-149" sz="7480"/>
            </a:lvl1pPr>
          </a:lstStyle>
          <a:p>
            <a:pPr/>
            <a:r>
              <a:t>第 3 页</a:t>
            </a:r>
          </a:p>
        </p:txBody>
      </p:sp>
      <p:sp>
        <p:nvSpPr>
          <p:cNvPr id="180" name="幻灯片副标题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1" name="幻灯片项目符号文本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